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Index</c:v>
                </c:pt>
              </c:strCache>
            </c:strRef>
          </c:tx>
          <c:spPr>
            <a:solidFill>
              <a:srgbClr val="FFB347"/>
            </a:solidFill>
            <a:ln w="38100" cap="flat">
              <a:solidFill>
                <a:srgbClr val="FFB3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347"/>
              </a:solidFill>
              <a:ln w="9525" cap="flat">
                <a:solidFill>
                  <a:srgbClr val="FFB3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44</c:v>
                </c:pt>
                <c:pt idx="2">
                  <c:v>51</c:v>
                </c:pt>
                <c:pt idx="3">
                  <c:v>63</c:v>
                </c:pt>
                <c:pt idx="4">
                  <c:v>78</c:v>
                </c:pt>
                <c:pt idx="5">
                  <c:v>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E4C8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1407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E4C8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63A8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200400" cy="3200400"/>
          </a:xfrm>
          <a:prstGeom prst="ellipse">
            <a:avLst/>
          </a:prstGeom>
          <a:solidFill>
            <a:srgbClr val="263A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SIH26103 · MoSPI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Predictive Analytics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MoSPI's PAIMANA infrastructure-project data into forward-looking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 for cost overruns, delays, and early intervention.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54864" cy="105156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Theme: Smart Automation  ·  Org: MoSPI (DIID)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Concept Walkthrough — Draft for internal review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PAIMANA tracks the data. It doesn't yet predict the risk.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projects tracked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69080" y="15087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627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ministries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5087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3F6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18120" y="1627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₹42.78L Cr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cost (vs ₹37.13L Cr original)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all this data, projects still slip through: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09728" cy="109728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30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progress often lags ground reality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25112"/>
            <a:ext cx="109728" cy="109728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97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noticed only after milestones are missed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09728" cy="109728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640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 are reported, not forecast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758184"/>
            <a:ext cx="109728" cy="109728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630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1,981 dissimilar projects is meaningless without benchmarks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4325112"/>
            <a:ext cx="109728" cy="109728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197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stay hidden inside dashboards that just say "delayed"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109728" cy="109728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7640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can't manually prioritise thousands of projects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move from descriptive reporting ("what happened") to predictive, prescriptive monitoring ("what's likely next, and which project needs attention now").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AI/ML risk-intelligence layer on top of PAIMANA's historical project data — scoring every project's cost &amp; delay risk, explaining why, and flagging early.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3F6F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 overrun probability from historical patterns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3F6FD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240280"/>
            <a:ext cx="457200" cy="45720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Warn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risk score + early-warning trend, before delay is official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3F6F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factors per project, in plain language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01168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3F6FD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2240280"/>
            <a:ext cx="457200" cy="45720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project against similar peers, not in isolation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DF1FC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contractor-side ground research (from a road/bridge contracting background) into risk factors that never appear in MoSPI's official CUF form — payment-delay chains, subcontracting structure, utility/land issues. We test whether adding these to the model actually improves prediction over CUF fields alone — directly answering the PS's own question about CUF sufficiency.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historical patterns to an early-warning signal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78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6324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PAIMANA / CUF fields: cost, expenditure, progress %, milestones — years of completed projects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834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9776" y="192024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3F6FD"/>
          </a:solidFill>
          <a:ln/>
        </p:spPr>
      </p:sp>
      <p:sp>
        <p:nvSpPr>
          <p:cNvPr id="11" name="Shape 9"/>
          <p:cNvSpPr/>
          <p:nvPr/>
        </p:nvSpPr>
        <p:spPr>
          <a:xfrm>
            <a:off x="2916936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169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578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06324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patterns: which progress/expenditure/milestone combinations preceded past overruns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34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192024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3F6FD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8072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4807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2578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306324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compared to learned patterns → cost &amp; time overrun probability + confidence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2834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42048" y="192024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FF3D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920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792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578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06324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risk trend flagged before delay is officially reported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2834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73184" y="192024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3F6FD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0344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1034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637776" y="257860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637776" y="306324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LLM assistant explain "why" → officer prioritises &amp; intervenes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risk trend (illustrative)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822960" y="5120640"/>
          <a:ext cx="57607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6858000" y="5166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crosses threshold in July — flagged 2+ months before typical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milestone-miss reporting would have caught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(Core Scope)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— matches MoSPI's official expected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 Overrun Model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overrun probability from CUF-based historical fields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6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6459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 Early Warning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trend per project, alerts before delay is official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6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461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Module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project vs comparable peers" — not judged in isolation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6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2461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Escalation Driver Analysis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explainability: which factors are driving the 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6FD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8463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Project Intelligence Assistant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212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asks "why is Project X flagged" in plain language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6F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8463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Statistics Benchmarking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212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comparison proving ML adds real value over conventional stats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CUF vs. Ground-Reality Factors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research input — what a contractor sees that the form doesn't capture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3F6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CUF (official form)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&amp; revised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5511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to date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0540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progress 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5570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timelines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16052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agency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EDF1FC"/>
          </a:solidFill>
          <a:ln w="15875">
            <a:solidFill>
              <a:srgbClr val="3D5A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added ground-research factors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2148840"/>
            <a:ext cx="91440" cy="9144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2048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Payment-delay → cash flow → manpower chain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651760"/>
            <a:ext cx="91440" cy="9144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2551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Subcontracting structure (main vs. petty contractor)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154680"/>
            <a:ext cx="91440" cy="9144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0540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shifting / land clearance friction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657600"/>
            <a:ext cx="91440" cy="9144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3557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Design/scope change frequency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160520"/>
            <a:ext cx="91440" cy="9144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4059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Billing-vs-physical-progress mismatch signal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we run: train the model on CUF fields alone, then again with these added — and report the accuracy gap. That gap is our direct answer to the PS's own question about CUF sufficiency.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What We Build vs. What We Pitch as 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1667"/>
            </a:avLst>
          </a:prstGeom>
          <a:solidFill>
            <a:srgbClr val="E8F5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Build &amp; Demo 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470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cost &amp; time overrun prediction (CUF fields)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496312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780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 early-warning trend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026664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0083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module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557016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5387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38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driver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087368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0690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9684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assistant (open-source)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617720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5994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498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AI-vs-stats comparison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1E7A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1297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CUF-vs-added-factors comparison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1667"/>
            </a:avLst>
          </a:prstGeom>
          <a:solidFill>
            <a:srgbClr val="FBEF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Future Roadmap (Vision Only)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7960" y="1965960"/>
            <a:ext cx="146304" cy="146304"/>
          </a:xfrm>
          <a:prstGeom prst="ellipse">
            <a:avLst/>
          </a:prstGeom>
          <a:solidFill>
            <a:srgbClr val="B5561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19293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18288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geo-tagged photo progress verification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2743200"/>
            <a:ext cx="146304" cy="146304"/>
          </a:xfrm>
          <a:prstGeom prst="ellipse">
            <a:avLst/>
          </a:prstGeom>
          <a:solidFill>
            <a:srgbClr val="B5561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27066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26060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Billing-vs-progress anomaly detector (reframed, not an accusation engine)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3520440"/>
            <a:ext cx="146304" cy="146304"/>
          </a:xfrm>
          <a:prstGeom prst="ellipse">
            <a:avLst/>
          </a:prstGeom>
          <a:solidFill>
            <a:srgbClr val="B5561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34838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3383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visit/reminder escalation workflow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37960" y="4297680"/>
            <a:ext cx="146304" cy="146304"/>
          </a:xfrm>
          <a:prstGeom prst="ellipse">
            <a:avLst/>
          </a:prstGeom>
          <a:solidFill>
            <a:srgbClr val="B5561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42611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4160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role-based hierarchy workflow (18 roles)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5349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this way: PAIMANA's real data is monthly &amp; tabular, not live photo feeds. Phase 2 has no dataset to demo in 36 hours — pitched as roadmap, not built.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open-source, as required by the 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263A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600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XGBoost / LightGBM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6002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 overrun prediction, risk scoring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2033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505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505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4505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driver analysis, feature importance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263A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00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Assistant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3009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via Ollama / Hugging Face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3009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"why is this flagged" answers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2033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1513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513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1513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predictions &amp; risk scores to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1032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263A8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01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50017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DuckDB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50017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tabular project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20336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852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58521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Recharts/Plotly (or Streamlit for demo speed)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58521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Officer-facing risk dashboard &amp; benchmarking view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A8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Reporting to Foresight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layer on PAIMANA that tells MoSPI not just what happened —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what's about to, and which project to look at first.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54864" cy="82296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SIH26103 · Team Discussion Deck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this is a working scope, not final.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2026-09-10T20:27:42Z</dcterms:created>
  <dcterms:modified xsi:type="dcterms:W3CDTF">2026-09-10T20:27:42Z</dcterms:modified>
</cp:coreProperties>
</file>